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28800425" cy="16200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8363"/>
    <a:srgbClr val="8FA183"/>
    <a:srgbClr val="F7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7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651323"/>
            <a:ext cx="21600319" cy="56401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8508981"/>
            <a:ext cx="21600319" cy="3911355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25933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1067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4038862"/>
            <a:ext cx="24840367" cy="673893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10841545"/>
            <a:ext cx="24840367" cy="3543845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8950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4312617"/>
            <a:ext cx="12240181" cy="102790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4312617"/>
            <a:ext cx="12240181" cy="102790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35426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862524"/>
            <a:ext cx="24840367" cy="31313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3971359"/>
            <a:ext cx="12183929" cy="1946301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5917660"/>
            <a:ext cx="12183929" cy="87039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3971359"/>
            <a:ext cx="12243932" cy="1946301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5917660"/>
            <a:ext cx="12243932" cy="87039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8499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47239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22479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1080029"/>
            <a:ext cx="9288886" cy="3780102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332564"/>
            <a:ext cx="14580215" cy="11512811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860131"/>
            <a:ext cx="9288886" cy="9003995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395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1080029"/>
            <a:ext cx="9288886" cy="3780102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332564"/>
            <a:ext cx="14580215" cy="11512811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860131"/>
            <a:ext cx="9288886" cy="9003995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7937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7327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862524"/>
            <a:ext cx="6210092" cy="1372912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862524"/>
            <a:ext cx="18270270" cy="1372912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6996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862524"/>
            <a:ext cx="24840367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4312617"/>
            <a:ext cx="24840367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5015407"/>
            <a:ext cx="6480096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5015407"/>
            <a:ext cx="9720143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5015407"/>
            <a:ext cx="6480096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1341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C8C10-AEB7-56DD-82D7-C4E54B6B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B6F54F1-94CE-CBAC-5BC4-243C020D0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" b="1"/>
          <a:stretch>
            <a:fillRect/>
          </a:stretch>
        </p:blipFill>
        <p:spPr>
          <a:xfrm>
            <a:off x="0" y="0"/>
            <a:ext cx="28811412" cy="1620043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CA64FF4-D69A-9C59-B967-BBA4DD07F71C}"/>
              </a:ext>
            </a:extLst>
          </p:cNvPr>
          <p:cNvSpPr txBox="1"/>
          <p:nvPr/>
        </p:nvSpPr>
        <p:spPr>
          <a:xfrm>
            <a:off x="5871699" y="7446908"/>
            <a:ext cx="7200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lang="es-ES" sz="13800" dirty="0">
                <a:solidFill>
                  <a:srgbClr val="8FA183"/>
                </a:solidFill>
                <a:effectLst>
                  <a:outerShdw blurRad="114300" dist="101600" dir="4200000" sx="98000" sy="98000" algn="ctr" rotWithShape="0">
                    <a:srgbClr val="708363">
                      <a:alpha val="40000"/>
                    </a:srgbClr>
                  </a:outerShdw>
                </a:effectLst>
                <a:latin typeface="Great Vibes" pitchFamily="2" charset="0"/>
                <a:ea typeface="STXingkai" panose="020B0503020204020204" pitchFamily="2" charset="-122"/>
              </a:rPr>
              <a:t>Kenny</a:t>
            </a:r>
            <a:endParaRPr lang="es-SV" sz="13800" dirty="0">
              <a:solidFill>
                <a:srgbClr val="8FA183"/>
              </a:solidFill>
              <a:effectLst>
                <a:outerShdw blurRad="114300" dist="101600" dir="4200000" sx="98000" sy="98000" algn="ctr" rotWithShape="0">
                  <a:srgbClr val="708363">
                    <a:alpha val="40000"/>
                  </a:srgbClr>
                </a:outerShdw>
              </a:effectLst>
              <a:latin typeface="Great Vibes" pitchFamily="2" charset="0"/>
              <a:ea typeface="STXingkai" panose="020B0503020204020204" pitchFamily="2" charset="-122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BF01CA1-38CD-A268-C8DB-BBF8E4BE373E}"/>
              </a:ext>
            </a:extLst>
          </p:cNvPr>
          <p:cNvSpPr txBox="1"/>
          <p:nvPr/>
        </p:nvSpPr>
        <p:spPr>
          <a:xfrm>
            <a:off x="15906309" y="7446909"/>
            <a:ext cx="7200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s-ES" sz="13800" dirty="0">
                <a:solidFill>
                  <a:srgbClr val="8FA183"/>
                </a:solidFill>
                <a:effectLst>
                  <a:outerShdw blurRad="114300" dist="101600" dir="4200000" sx="98000" sy="98000" algn="ctr" rotWithShape="0">
                    <a:srgbClr val="708363">
                      <a:alpha val="40000"/>
                    </a:srgbClr>
                  </a:outerShdw>
                </a:effectLst>
                <a:latin typeface="Great Vibes" pitchFamily="2" charset="0"/>
                <a:ea typeface="STXingkai" panose="020B0503020204020204" pitchFamily="2" charset="-122"/>
              </a:rPr>
              <a:t>Mauricio</a:t>
            </a:r>
            <a:endParaRPr lang="es-SV" sz="13800" dirty="0">
              <a:solidFill>
                <a:srgbClr val="8FA183"/>
              </a:solidFill>
              <a:effectLst>
                <a:outerShdw blurRad="114300" dist="101600" dir="4200000" sx="98000" sy="98000" algn="ctr" rotWithShape="0">
                  <a:srgbClr val="708363">
                    <a:alpha val="40000"/>
                  </a:srgbClr>
                </a:outerShdw>
              </a:effectLst>
              <a:latin typeface="Great Vibes" pitchFamily="2" charset="0"/>
              <a:ea typeface="STXingkai" panose="020B0503020204020204" pitchFamily="2" charset="-122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0249A7-7E64-5187-5C68-BA11EFC7B756}"/>
              </a:ext>
            </a:extLst>
          </p:cNvPr>
          <p:cNvSpPr txBox="1"/>
          <p:nvPr/>
        </p:nvSpPr>
        <p:spPr>
          <a:xfrm>
            <a:off x="13178024" y="8100219"/>
            <a:ext cx="26219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s-E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Playfair Display" pitchFamily="2" charset="0"/>
                <a:ea typeface="STXingkai" panose="020B0503020204020204" pitchFamily="2" charset="-122"/>
              </a:rPr>
              <a:t>&amp;</a:t>
            </a:r>
            <a:endParaRPr lang="es-SV" sz="13800" dirty="0">
              <a:solidFill>
                <a:schemeClr val="tx1">
                  <a:lumMod val="75000"/>
                  <a:lumOff val="25000"/>
                </a:schemeClr>
              </a:solidFill>
              <a:latin typeface="Playfair Display" pitchFamily="2" charset="0"/>
              <a:ea typeface="STXingkai" panose="020B0503020204020204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29104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3</Words>
  <Application>Microsoft Office PowerPoint</Application>
  <PresentationFormat>Personalizado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Great Vibes</vt:lpstr>
      <vt:lpstr>Playfair Display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FREDY ALEXANDER CAMPOS FIGUEROA</dc:creator>
  <cp:lastModifiedBy>FREDY ALEXANDER CAMPOS FIGUEROA</cp:lastModifiedBy>
  <cp:revision>4</cp:revision>
  <dcterms:created xsi:type="dcterms:W3CDTF">2026-04-09T08:14:13Z</dcterms:created>
  <dcterms:modified xsi:type="dcterms:W3CDTF">2026-04-09T09:12:42Z</dcterms:modified>
</cp:coreProperties>
</file>