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6200438" cy="16200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vil" id="{6EABB874-4B5E-4EE9-B64C-9322302D45E1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8363"/>
    <a:srgbClr val="8FA183"/>
    <a:srgbClr val="F7F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25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5033" y="2651323"/>
            <a:ext cx="13770372" cy="5640152"/>
          </a:xfrm>
        </p:spPr>
        <p:txBody>
          <a:bodyPr anchor="b"/>
          <a:lstStyle>
            <a:lvl1pPr algn="ctr">
              <a:defRPr sz="1063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5055" y="8508983"/>
            <a:ext cx="12150329" cy="3911355"/>
          </a:xfrm>
        </p:spPr>
        <p:txBody>
          <a:bodyPr/>
          <a:lstStyle>
            <a:lvl1pPr marL="0" indent="0" algn="ctr">
              <a:buNone/>
              <a:defRPr sz="4252"/>
            </a:lvl1pPr>
            <a:lvl2pPr marL="810021" indent="0" algn="ctr">
              <a:buNone/>
              <a:defRPr sz="3543"/>
            </a:lvl2pPr>
            <a:lvl3pPr marL="1620042" indent="0" algn="ctr">
              <a:buNone/>
              <a:defRPr sz="3189"/>
            </a:lvl3pPr>
            <a:lvl4pPr marL="2430064" indent="0" algn="ctr">
              <a:buNone/>
              <a:defRPr sz="2835"/>
            </a:lvl4pPr>
            <a:lvl5pPr marL="3240085" indent="0" algn="ctr">
              <a:buNone/>
              <a:defRPr sz="2835"/>
            </a:lvl5pPr>
            <a:lvl6pPr marL="4050106" indent="0" algn="ctr">
              <a:buNone/>
              <a:defRPr sz="2835"/>
            </a:lvl6pPr>
            <a:lvl7pPr marL="4860127" indent="0" algn="ctr">
              <a:buNone/>
              <a:defRPr sz="2835"/>
            </a:lvl7pPr>
            <a:lvl8pPr marL="5670149" indent="0" algn="ctr">
              <a:buNone/>
              <a:defRPr sz="2835"/>
            </a:lvl8pPr>
            <a:lvl9pPr marL="6480170" indent="0" algn="ctr">
              <a:buNone/>
              <a:defRPr sz="2835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17538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94389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343" y="4038866"/>
            <a:ext cx="13972878" cy="6738931"/>
          </a:xfrm>
        </p:spPr>
        <p:txBody>
          <a:bodyPr anchor="b"/>
          <a:lstStyle>
            <a:lvl1pPr>
              <a:defRPr sz="1063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5343" y="10841550"/>
            <a:ext cx="13972878" cy="3543845"/>
          </a:xfrm>
        </p:spPr>
        <p:txBody>
          <a:bodyPr/>
          <a:lstStyle>
            <a:lvl1pPr marL="0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1pPr>
            <a:lvl2pPr marL="810021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2pPr>
            <a:lvl3pPr marL="1620042" indent="0">
              <a:buNone/>
              <a:defRPr sz="3189">
                <a:solidFill>
                  <a:schemeClr val="tx1">
                    <a:tint val="82000"/>
                  </a:schemeClr>
                </a:solidFill>
              </a:defRPr>
            </a:lvl3pPr>
            <a:lvl4pPr marL="2430064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4pPr>
            <a:lvl5pPr marL="3240085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5pPr>
            <a:lvl6pPr marL="4050106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6pPr>
            <a:lvl7pPr marL="486012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7pPr>
            <a:lvl8pPr marL="5670149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8pPr>
            <a:lvl9pPr marL="648017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29271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780" y="4312619"/>
            <a:ext cx="6885186" cy="102790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01472" y="4312619"/>
            <a:ext cx="6885186" cy="102790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292408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0" y="862527"/>
            <a:ext cx="13972878" cy="313133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892" y="3971361"/>
            <a:ext cx="6853544" cy="1946301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10021" indent="0">
              <a:buNone/>
              <a:defRPr sz="3543" b="1"/>
            </a:lvl2pPr>
            <a:lvl3pPr marL="1620042" indent="0">
              <a:buNone/>
              <a:defRPr sz="3189" b="1"/>
            </a:lvl3pPr>
            <a:lvl4pPr marL="2430064" indent="0">
              <a:buNone/>
              <a:defRPr sz="2835" b="1"/>
            </a:lvl4pPr>
            <a:lvl5pPr marL="3240085" indent="0">
              <a:buNone/>
              <a:defRPr sz="2835" b="1"/>
            </a:lvl5pPr>
            <a:lvl6pPr marL="4050106" indent="0">
              <a:buNone/>
              <a:defRPr sz="2835" b="1"/>
            </a:lvl6pPr>
            <a:lvl7pPr marL="4860127" indent="0">
              <a:buNone/>
              <a:defRPr sz="2835" b="1"/>
            </a:lvl7pPr>
            <a:lvl8pPr marL="5670149" indent="0">
              <a:buNone/>
              <a:defRPr sz="2835" b="1"/>
            </a:lvl8pPr>
            <a:lvl9pPr marL="6480170" indent="0">
              <a:buNone/>
              <a:defRPr sz="283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892" y="5917662"/>
            <a:ext cx="6853544" cy="87039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01473" y="3971361"/>
            <a:ext cx="6887296" cy="1946301"/>
          </a:xfrm>
        </p:spPr>
        <p:txBody>
          <a:bodyPr anchor="b"/>
          <a:lstStyle>
            <a:lvl1pPr marL="0" indent="0">
              <a:buNone/>
              <a:defRPr sz="4252" b="1"/>
            </a:lvl1pPr>
            <a:lvl2pPr marL="810021" indent="0">
              <a:buNone/>
              <a:defRPr sz="3543" b="1"/>
            </a:lvl2pPr>
            <a:lvl3pPr marL="1620042" indent="0">
              <a:buNone/>
              <a:defRPr sz="3189" b="1"/>
            </a:lvl3pPr>
            <a:lvl4pPr marL="2430064" indent="0">
              <a:buNone/>
              <a:defRPr sz="2835" b="1"/>
            </a:lvl4pPr>
            <a:lvl5pPr marL="3240085" indent="0">
              <a:buNone/>
              <a:defRPr sz="2835" b="1"/>
            </a:lvl5pPr>
            <a:lvl6pPr marL="4050106" indent="0">
              <a:buNone/>
              <a:defRPr sz="2835" b="1"/>
            </a:lvl6pPr>
            <a:lvl7pPr marL="4860127" indent="0">
              <a:buNone/>
              <a:defRPr sz="2835" b="1"/>
            </a:lvl7pPr>
            <a:lvl8pPr marL="5670149" indent="0">
              <a:buNone/>
              <a:defRPr sz="2835" b="1"/>
            </a:lvl8pPr>
            <a:lvl9pPr marL="6480170" indent="0">
              <a:buNone/>
              <a:defRPr sz="283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01473" y="5917662"/>
            <a:ext cx="6887296" cy="87039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066245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55700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69696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1080029"/>
            <a:ext cx="5225063" cy="378010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7296" y="2332569"/>
            <a:ext cx="8201472" cy="11512811"/>
          </a:xfrm>
        </p:spPr>
        <p:txBody>
          <a:bodyPr/>
          <a:lstStyle>
            <a:lvl1pPr>
              <a:defRPr sz="5669"/>
            </a:lvl1pPr>
            <a:lvl2pPr>
              <a:defRPr sz="4961"/>
            </a:lvl2pPr>
            <a:lvl3pPr>
              <a:defRPr sz="4252"/>
            </a:lvl3pPr>
            <a:lvl4pPr>
              <a:defRPr sz="3543"/>
            </a:lvl4pPr>
            <a:lvl5pPr>
              <a:defRPr sz="3543"/>
            </a:lvl5pPr>
            <a:lvl6pPr>
              <a:defRPr sz="3543"/>
            </a:lvl6pPr>
            <a:lvl7pPr>
              <a:defRPr sz="3543"/>
            </a:lvl7pPr>
            <a:lvl8pPr>
              <a:defRPr sz="3543"/>
            </a:lvl8pPr>
            <a:lvl9pPr>
              <a:defRPr sz="354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4860133"/>
            <a:ext cx="5225063" cy="9003995"/>
          </a:xfrm>
        </p:spPr>
        <p:txBody>
          <a:bodyPr/>
          <a:lstStyle>
            <a:lvl1pPr marL="0" indent="0">
              <a:buNone/>
              <a:defRPr sz="2835"/>
            </a:lvl1pPr>
            <a:lvl2pPr marL="810021" indent="0">
              <a:buNone/>
              <a:defRPr sz="2480"/>
            </a:lvl2pPr>
            <a:lvl3pPr marL="1620042" indent="0">
              <a:buNone/>
              <a:defRPr sz="2126"/>
            </a:lvl3pPr>
            <a:lvl4pPr marL="2430064" indent="0">
              <a:buNone/>
              <a:defRPr sz="1772"/>
            </a:lvl4pPr>
            <a:lvl5pPr marL="3240085" indent="0">
              <a:buNone/>
              <a:defRPr sz="1772"/>
            </a:lvl5pPr>
            <a:lvl6pPr marL="4050106" indent="0">
              <a:buNone/>
              <a:defRPr sz="1772"/>
            </a:lvl6pPr>
            <a:lvl7pPr marL="4860127" indent="0">
              <a:buNone/>
              <a:defRPr sz="1772"/>
            </a:lvl7pPr>
            <a:lvl8pPr marL="5670149" indent="0">
              <a:buNone/>
              <a:defRPr sz="1772"/>
            </a:lvl8pPr>
            <a:lvl9pPr marL="6480170" indent="0">
              <a:buNone/>
              <a:defRPr sz="177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141736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891" y="1080029"/>
            <a:ext cx="5225063" cy="3780102"/>
          </a:xfrm>
        </p:spPr>
        <p:txBody>
          <a:bodyPr anchor="b"/>
          <a:lstStyle>
            <a:lvl1pPr>
              <a:defRPr sz="566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87296" y="2332569"/>
            <a:ext cx="8201472" cy="11512811"/>
          </a:xfrm>
        </p:spPr>
        <p:txBody>
          <a:bodyPr anchor="t"/>
          <a:lstStyle>
            <a:lvl1pPr marL="0" indent="0">
              <a:buNone/>
              <a:defRPr sz="5669"/>
            </a:lvl1pPr>
            <a:lvl2pPr marL="810021" indent="0">
              <a:buNone/>
              <a:defRPr sz="4961"/>
            </a:lvl2pPr>
            <a:lvl3pPr marL="1620042" indent="0">
              <a:buNone/>
              <a:defRPr sz="4252"/>
            </a:lvl3pPr>
            <a:lvl4pPr marL="2430064" indent="0">
              <a:buNone/>
              <a:defRPr sz="3543"/>
            </a:lvl4pPr>
            <a:lvl5pPr marL="3240085" indent="0">
              <a:buNone/>
              <a:defRPr sz="3543"/>
            </a:lvl5pPr>
            <a:lvl6pPr marL="4050106" indent="0">
              <a:buNone/>
              <a:defRPr sz="3543"/>
            </a:lvl6pPr>
            <a:lvl7pPr marL="4860127" indent="0">
              <a:buNone/>
              <a:defRPr sz="3543"/>
            </a:lvl7pPr>
            <a:lvl8pPr marL="5670149" indent="0">
              <a:buNone/>
              <a:defRPr sz="3543"/>
            </a:lvl8pPr>
            <a:lvl9pPr marL="6480170" indent="0">
              <a:buNone/>
              <a:defRPr sz="354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891" y="4860133"/>
            <a:ext cx="5225063" cy="9003995"/>
          </a:xfrm>
        </p:spPr>
        <p:txBody>
          <a:bodyPr/>
          <a:lstStyle>
            <a:lvl1pPr marL="0" indent="0">
              <a:buNone/>
              <a:defRPr sz="2835"/>
            </a:lvl1pPr>
            <a:lvl2pPr marL="810021" indent="0">
              <a:buNone/>
              <a:defRPr sz="2480"/>
            </a:lvl2pPr>
            <a:lvl3pPr marL="1620042" indent="0">
              <a:buNone/>
              <a:defRPr sz="2126"/>
            </a:lvl3pPr>
            <a:lvl4pPr marL="2430064" indent="0">
              <a:buNone/>
              <a:defRPr sz="1772"/>
            </a:lvl4pPr>
            <a:lvl5pPr marL="3240085" indent="0">
              <a:buNone/>
              <a:defRPr sz="1772"/>
            </a:lvl5pPr>
            <a:lvl6pPr marL="4050106" indent="0">
              <a:buNone/>
              <a:defRPr sz="1772"/>
            </a:lvl6pPr>
            <a:lvl7pPr marL="4860127" indent="0">
              <a:buNone/>
              <a:defRPr sz="1772"/>
            </a:lvl7pPr>
            <a:lvl8pPr marL="5670149" indent="0">
              <a:buNone/>
              <a:defRPr sz="1772"/>
            </a:lvl8pPr>
            <a:lvl9pPr marL="6480170" indent="0">
              <a:buNone/>
              <a:defRPr sz="177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94924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967122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93441" y="862524"/>
            <a:ext cx="3493219" cy="1372912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782" y="862524"/>
            <a:ext cx="10277153" cy="1372912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06709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780" y="862527"/>
            <a:ext cx="13972878" cy="3131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780" y="4312619"/>
            <a:ext cx="13972878" cy="10279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3780" y="15015412"/>
            <a:ext cx="3645099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9C60D-65A3-4DFA-8CDD-DDF3AA57A6FD}" type="datetimeFigureOut">
              <a:rPr lang="es-SV" smtClean="0"/>
              <a:t>09/04/2026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66395" y="15015412"/>
            <a:ext cx="5467648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1560" y="15015412"/>
            <a:ext cx="3645099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2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DD6714-00A2-4AC4-9ED7-C6679F9F6827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801044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620042" rtl="0" eaLnBrk="1" latinLnBrk="0" hangingPunct="1">
        <a:lnSpc>
          <a:spcPct val="90000"/>
        </a:lnSpc>
        <a:spcBef>
          <a:spcPct val="0"/>
        </a:spcBef>
        <a:buNone/>
        <a:defRPr sz="77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5011" indent="-405011" algn="l" defTabSz="162004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15032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025053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835074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645096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455117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5265138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6075159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885181" indent="-405011" algn="l" defTabSz="1620042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1pPr>
      <a:lvl2pPr marL="810021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2pPr>
      <a:lvl3pPr marL="1620042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3pPr>
      <a:lvl4pPr marL="2430064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4pPr>
      <a:lvl5pPr marL="3240085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5pPr>
      <a:lvl6pPr marL="4050106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6pPr>
      <a:lvl7pPr marL="4860127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7pPr>
      <a:lvl8pPr marL="5670149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8pPr>
      <a:lvl9pPr marL="6480170" algn="l" defTabSz="1620042" rtl="0" eaLnBrk="1" latinLnBrk="0" hangingPunct="1">
        <a:defRPr sz="3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A1B1A6F1-8D24-0398-1EED-2F35B875ECC9}"/>
              </a:ext>
            </a:extLst>
          </p:cNvPr>
          <p:cNvGrpSpPr/>
          <p:nvPr/>
        </p:nvGrpSpPr>
        <p:grpSpPr>
          <a:xfrm>
            <a:off x="0" y="0"/>
            <a:ext cx="16200438" cy="16200438"/>
            <a:chOff x="0" y="0"/>
            <a:chExt cx="16200438" cy="16200438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EDAF40E5-C69F-0A6B-6FB2-7645521F52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050"/>
            <a:stretch>
              <a:fillRect/>
            </a:stretch>
          </p:blipFill>
          <p:spPr>
            <a:xfrm>
              <a:off x="0" y="10204040"/>
              <a:ext cx="16174154" cy="4362450"/>
            </a:xfrm>
            <a:prstGeom prst="rect">
              <a:avLst/>
            </a:prstGeom>
          </p:spPr>
        </p:pic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1D6E7E59-87F5-A803-D939-C99468403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290" b="36906"/>
            <a:stretch>
              <a:fillRect/>
            </a:stretch>
          </p:blipFill>
          <p:spPr>
            <a:xfrm>
              <a:off x="0" y="5958348"/>
              <a:ext cx="16174154" cy="45593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911D5CCC-2507-C597-88F0-283BBF3D6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2050"/>
            <a:stretch>
              <a:fillRect/>
            </a:stretch>
          </p:blipFill>
          <p:spPr>
            <a:xfrm>
              <a:off x="0" y="1880061"/>
              <a:ext cx="16174154" cy="4362450"/>
            </a:xfrm>
            <a:prstGeom prst="rect">
              <a:avLst/>
            </a:prstGeom>
          </p:spPr>
        </p:pic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5AC00427-9242-64F6-1C91-A23390B7EB74}"/>
                </a:ext>
              </a:extLst>
            </p:cNvPr>
            <p:cNvSpPr/>
            <p:nvPr/>
          </p:nvSpPr>
          <p:spPr>
            <a:xfrm>
              <a:off x="0" y="0"/>
              <a:ext cx="16174154" cy="2206171"/>
            </a:xfrm>
            <a:prstGeom prst="rect">
              <a:avLst/>
            </a:prstGeom>
            <a:solidFill>
              <a:srgbClr val="F7F4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D5E9BF43-DBCA-53A0-5832-DB6FA0F6E533}"/>
                </a:ext>
              </a:extLst>
            </p:cNvPr>
            <p:cNvSpPr/>
            <p:nvPr/>
          </p:nvSpPr>
          <p:spPr>
            <a:xfrm>
              <a:off x="26284" y="14269825"/>
              <a:ext cx="16174154" cy="1930613"/>
            </a:xfrm>
            <a:prstGeom prst="rect">
              <a:avLst/>
            </a:prstGeom>
            <a:solidFill>
              <a:srgbClr val="F7F4E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/>
            </a:p>
          </p:txBody>
        </p:sp>
      </p:grpSp>
      <p:sp>
        <p:nvSpPr>
          <p:cNvPr id="3" name="CuadroTexto 10">
            <a:extLst>
              <a:ext uri="{FF2B5EF4-FFF2-40B4-BE49-F238E27FC236}">
                <a16:creationId xmlns:a16="http://schemas.microsoft.com/office/drawing/2014/main" id="{3CA64FF4-D69A-9C59-B967-BBA4DD07F71C}"/>
              </a:ext>
            </a:extLst>
          </p:cNvPr>
          <p:cNvSpPr txBox="1"/>
          <p:nvPr/>
        </p:nvSpPr>
        <p:spPr>
          <a:xfrm>
            <a:off x="4513361" y="5774260"/>
            <a:ext cx="7200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s-ES" sz="13800" dirty="0">
                <a:solidFill>
                  <a:srgbClr val="8FA183"/>
                </a:solidFill>
                <a:effectLst>
                  <a:outerShdw blurRad="114300" dist="101600" dir="4200000" sx="98000" sy="98000" algn="ctr" rotWithShape="0">
                    <a:srgbClr val="708363">
                      <a:alpha val="40000"/>
                    </a:srgbClr>
                  </a:outerShdw>
                </a:effectLst>
                <a:latin typeface="Great Vibes" pitchFamily="2" charset="0"/>
                <a:ea typeface="STXingkai" panose="020B0503020204020204" pitchFamily="2" charset="-122"/>
              </a:rPr>
              <a:t>Kenny</a:t>
            </a:r>
            <a:endParaRPr lang="es-SV" sz="13800" dirty="0">
              <a:solidFill>
                <a:srgbClr val="8FA183"/>
              </a:solidFill>
              <a:effectLst>
                <a:outerShdw blurRad="114300" dist="101600" dir="4200000" sx="98000" sy="98000" algn="ctr" rotWithShape="0">
                  <a:srgbClr val="708363">
                    <a:alpha val="40000"/>
                  </a:srgbClr>
                </a:outerShdw>
              </a:effectLst>
              <a:latin typeface="Great Vibes" pitchFamily="2" charset="0"/>
              <a:ea typeface="STXingkai" panose="020B0503020204020204" pitchFamily="2" charset="-122"/>
            </a:endParaRP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FBF01CA1-38CD-A268-C8DB-BBF8E4BE373E}"/>
              </a:ext>
            </a:extLst>
          </p:cNvPr>
          <p:cNvSpPr txBox="1"/>
          <p:nvPr/>
        </p:nvSpPr>
        <p:spPr>
          <a:xfrm>
            <a:off x="4487077" y="9342349"/>
            <a:ext cx="72000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s-ES" sz="13800" dirty="0">
                <a:solidFill>
                  <a:srgbClr val="8FA183"/>
                </a:solidFill>
                <a:effectLst>
                  <a:outerShdw blurRad="114300" dist="101600" dir="4200000" sx="98000" sy="98000" algn="ctr" rotWithShape="0">
                    <a:srgbClr val="708363">
                      <a:alpha val="40000"/>
                    </a:srgbClr>
                  </a:outerShdw>
                </a:effectLst>
                <a:latin typeface="Great Vibes" pitchFamily="2" charset="0"/>
                <a:ea typeface="STXingkai" panose="020B0503020204020204" pitchFamily="2" charset="-122"/>
              </a:rPr>
              <a:t>Mauricio</a:t>
            </a:r>
            <a:endParaRPr lang="es-SV" sz="13800" dirty="0">
              <a:solidFill>
                <a:srgbClr val="8FA183"/>
              </a:solidFill>
              <a:effectLst>
                <a:outerShdw blurRad="114300" dist="101600" dir="4200000" sx="98000" sy="98000" algn="ctr" rotWithShape="0">
                  <a:srgbClr val="708363">
                    <a:alpha val="40000"/>
                  </a:srgbClr>
                </a:outerShdw>
              </a:effectLst>
              <a:latin typeface="Great Vibes" pitchFamily="2" charset="0"/>
              <a:ea typeface="STXingkai" panose="020B0503020204020204" pitchFamily="2" charset="-122"/>
            </a:endParaRPr>
          </a:p>
        </p:txBody>
      </p:sp>
      <p:sp>
        <p:nvSpPr>
          <p:cNvPr id="8" name="CuadroTexto 2">
            <a:extLst>
              <a:ext uri="{FF2B5EF4-FFF2-40B4-BE49-F238E27FC236}">
                <a16:creationId xmlns:a16="http://schemas.microsoft.com/office/drawing/2014/main" id="{D20249A7-7E64-5187-5C68-BA11EFC7B756}"/>
              </a:ext>
            </a:extLst>
          </p:cNvPr>
          <p:cNvSpPr txBox="1"/>
          <p:nvPr/>
        </p:nvSpPr>
        <p:spPr>
          <a:xfrm>
            <a:off x="7057561" y="7949511"/>
            <a:ext cx="26219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s-ES" sz="8800" dirty="0">
                <a:solidFill>
                  <a:schemeClr val="tx1">
                    <a:lumMod val="75000"/>
                    <a:lumOff val="25000"/>
                  </a:schemeClr>
                </a:solidFill>
                <a:latin typeface="Playfair Display" pitchFamily="2" charset="0"/>
                <a:ea typeface="STXingkai" panose="020B0503020204020204" pitchFamily="2" charset="-122"/>
              </a:rPr>
              <a:t>&amp;</a:t>
            </a:r>
            <a:endParaRPr lang="es-SV" sz="8800" dirty="0">
              <a:solidFill>
                <a:schemeClr val="tx1">
                  <a:lumMod val="75000"/>
                  <a:lumOff val="25000"/>
                </a:schemeClr>
              </a:solidFill>
              <a:latin typeface="Playfair Display" pitchFamily="2" charset="0"/>
              <a:ea typeface="STXingkai" panose="020B0503020204020204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40918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3</Words>
  <Application>Microsoft Office PowerPoint</Application>
  <PresentationFormat>Personalizado</PresentationFormat>
  <Paragraphs>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Great Vibes</vt:lpstr>
      <vt:lpstr>Playfair Display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FREDY ALEXANDER CAMPOS FIGUEROA</dc:creator>
  <cp:lastModifiedBy>FREDY ALEXANDER CAMPOS FIGUEROA</cp:lastModifiedBy>
  <cp:revision>3</cp:revision>
  <dcterms:created xsi:type="dcterms:W3CDTF">2026-04-09T08:14:13Z</dcterms:created>
  <dcterms:modified xsi:type="dcterms:W3CDTF">2026-04-09T09:10:36Z</dcterms:modified>
</cp:coreProperties>
</file>